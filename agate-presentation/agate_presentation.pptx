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4" Type="http://schemas.openxmlformats.org/officeDocument/2006/relationships/viewProps" Target="viewProps.xml" /><Relationship Id="rId1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6" Type="http://schemas.openxmlformats.org/officeDocument/2006/relationships/tableStyles" Target="tableStyles.xml" /><Relationship Id="rId1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AGATE â€“ FROM CONCEPT TO MVP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Dhruv Anand Sakhare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Special Project Management Intern | Turfingo Pvt. Ltd.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1: Cover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TURFINGO PVT. LTD. â€¢ SPECIAL PROJECT</a:t>
            </a:r>
            <a:br/>
            <a:r>
              <a:rPr b="1"/>
              <a:t>AGATE ESPORTS</a:t>
            </a:r>
            <a:br/>
            <a:r>
              <a:rPr b="1"/>
              <a:t>SPECIAL PROJECT MANAGEMENT</a:t>
            </a:r>
          </a:p>
          <a:p>
            <a:pPr lvl="0"/>
            <a:r>
              <a:rPr b="1"/>
              <a:t>Presenter:</a:t>
            </a:r>
            <a:r>
              <a:rPr/>
              <a:t> Dhruv Anand Sakhare</a:t>
            </a:r>
          </a:p>
          <a:p>
            <a:pPr lvl="0"/>
            <a:r>
              <a:rPr b="1"/>
              <a:t>Role:</a:t>
            </a:r>
            <a:r>
              <a:rPr/>
              <a:t> Special Project Management Intern</a:t>
            </a:r>
          </a:p>
          <a:p>
            <a:pPr lvl="0"/>
            <a:r>
              <a:rPr b="1"/>
              <a:t>Track:</a:t>
            </a:r>
            <a:r>
              <a:rPr/>
              <a:t> Real-World Exposure Internship (Hybrid)</a:t>
            </a:r>
          </a:p>
          <a:p>
            <a:pPr lvl="0"/>
            <a:r>
              <a:rPr b="1"/>
              <a:t>Domain:</a:t>
            </a:r>
            <a:r>
              <a:rPr/>
              <a:t> Business Development + Esports + Product Development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2: Where I Fit Into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Project Hierarchy:</a:t>
            </a:r>
          </a:p>
          <a:p>
            <a:pPr lvl="0" indent="0" marL="0">
              <a:buNone/>
            </a:pPr>
            <a:r>
              <a:rPr b="1"/>
              <a:t>Turfingo Pvt. Ltd.</a:t>
            </a:r>
            <a:r>
              <a:rPr/>
              <a:t> -&gt; </a:t>
            </a:r>
            <a:r>
              <a:rPr b="1"/>
              <a:t>Agate Esports (Special Project)</a:t>
            </a:r>
            <a:r>
              <a:rPr/>
              <a:t> -&gt; </a:t>
            </a:r>
            <a:r>
              <a:rPr b="1"/>
              <a:t>Special Project Management</a:t>
            </a:r>
            <a:r>
              <a:rPr/>
              <a:t> -&gt; </a:t>
            </a:r>
            <a:r>
              <a:rPr b="1"/>
              <a:t>Intern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4 Core Responsibility Pillars:</a:t>
            </a:r>
          </a:p>
          <a:p>
            <a:pPr lvl="0" indent="-342900" marL="342900">
              <a:buAutoNum type="arabicPeriod"/>
            </a:pPr>
            <a:r>
              <a:rPr b="1"/>
              <a:t>Research:</a:t>
            </a:r>
            <a:r>
              <a:rPr/>
              <a:t> Understanding esports titles, competitive ecosystems, and player habits.</a:t>
            </a:r>
          </a:p>
          <a:p>
            <a:pPr lvl="0" indent="-342900" marL="342900">
              <a:buAutoNum type="arabicPeriod"/>
            </a:pPr>
            <a:r>
              <a:rPr b="1"/>
              <a:t>Operations:</a:t>
            </a:r>
            <a:r>
              <a:rPr/>
              <a:t> Designing tournament structures, workflows, and governance rulebooks.</a:t>
            </a:r>
          </a:p>
          <a:p>
            <a:pPr lvl="0" indent="-342900" marL="342900">
              <a:buAutoNum type="arabicPeriod"/>
            </a:pPr>
            <a:r>
              <a:rPr b="1"/>
              <a:t>Product:</a:t>
            </a:r>
            <a:r>
              <a:rPr/>
              <a:t> Planning, requirement gathering, and building the registration MVP.</a:t>
            </a:r>
          </a:p>
          <a:p>
            <a:pPr lvl="0" indent="-342900" marL="342900">
              <a:buAutoNum type="arabicPeriod"/>
            </a:pPr>
            <a:r>
              <a:rPr b="1"/>
              <a:t>Management:</a:t>
            </a:r>
            <a:r>
              <a:rPr/>
              <a:t> Task planning, documentation, feedback incorporation, and stakeholder alignment.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3: Week 1 â€” Research &amp; Discovery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Understanding the market, players, and competitive ecosystem</a:t>
            </a:r>
          </a:p>
          <a:p>
            <a:pPr lvl="0"/>
            <a:r>
              <a:rPr b="1"/>
              <a:t>Esports Research:</a:t>
            </a:r>
            <a:r>
              <a:rPr/>
              <a:t> Analyzed gameplay mechanics, ranking systems, and tournament structures for Clash Royale and FIFA Mobile.</a:t>
            </a:r>
          </a:p>
          <a:p>
            <a:pPr lvl="0"/>
            <a:r>
              <a:rPr b="1"/>
              <a:t>Tournament Design:</a:t>
            </a:r>
            <a:r>
              <a:rPr/>
              <a:t> Formulated tournament formats, qualification stages, and progression trees.</a:t>
            </a:r>
          </a:p>
          <a:p>
            <a:pPr lvl="0"/>
            <a:r>
              <a:rPr b="1"/>
              <a:t>Player Validation:</a:t>
            </a:r>
            <a:r>
              <a:rPr/>
              <a:t> Created “MOM Test” questionnaires to gather unvarnished feedback on platform expectations and player pain points.</a:t>
            </a:r>
          </a:p>
          <a:p>
            <a:pPr lvl="0" indent="0" marL="1270000">
              <a:buNone/>
            </a:pPr>
            <a:r>
              <a:rPr sz="2000"/>
              <a:t>“Before building the product, I first understood the users, games, and tournament ecosystem.”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4: Week 2 â€” Operations &amp;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Turning Research Into Operations</a:t>
            </a:r>
          </a:p>
          <a:p>
            <a:pPr lvl="0"/>
            <a:r>
              <a:rPr b="1"/>
              <a:t>Tournament Rulebooks:</a:t>
            </a:r>
            <a:r>
              <a:rPr/>
              <a:t> Created match regulations, eligibility criteria, and dispute resolution policies for Clash Royale &amp; FIFA Mobile.</a:t>
            </a:r>
          </a:p>
          <a:p>
            <a:pPr lvl="0"/>
            <a:r>
              <a:rPr b="1"/>
              <a:t>Match Operations:</a:t>
            </a:r>
            <a:r>
              <a:rPr/>
              <a:t> Standardized player verification, scheduling, and moderator guidelines.</a:t>
            </a:r>
          </a:p>
          <a:p>
            <a:pPr lvl="0"/>
            <a:r>
              <a:rPr b="1"/>
              <a:t>Data Analytics:</a:t>
            </a:r>
            <a:r>
              <a:rPr/>
              <a:t> Cleaned and structured player survey data to generate analytical reports.</a:t>
            </a:r>
          </a:p>
          <a:p>
            <a:pPr lvl="0"/>
            <a:r>
              <a:rPr b="1"/>
              <a:t>Product Requirements:</a:t>
            </a:r>
            <a:r>
              <a:rPr/>
              <a:t> Defined functional requirements for the registration workflow.</a:t>
            </a:r>
          </a:p>
          <a:p>
            <a:pPr lvl="0" indent="0" marL="0">
              <a:buNone/>
            </a:pPr>
            <a:r>
              <a:rPr b="1"/>
              <a:t>Pipeline:</a:t>
            </a:r>
            <a:r>
              <a:rPr/>
              <a:t> Research -&gt; Rules -&gt; Operations -&gt; Requirements -&gt; Product Plan</a:t>
            </a:r>
          </a:p>
          <a:p>
            <a:pPr lvl="0" indent="0" marL="1270000">
              <a:buNone/>
            </a:pPr>
            <a:r>
              <a:rPr sz="2000"/>
              <a:t>“I learned that a successful tournament platform needs both product technology and operational structure.”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5: The Turning 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From Documentation to Product (Transition from Weeks 1â€“2 to Weeks 3â€“4)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What We Understood (Weeks 1â€“2)</a:t>
            </a:r>
          </a:p>
          <a:p>
            <a:pPr lvl="0"/>
            <a:r>
              <a:rPr/>
              <a:t>Games &amp; Player Behaviors</a:t>
            </a:r>
          </a:p>
          <a:p>
            <a:pPr lvl="0"/>
            <a:r>
              <a:rPr/>
              <a:t>Match Rules &amp; Tournament Operations</a:t>
            </a:r>
          </a:p>
          <a:p>
            <a:pPr lvl="0"/>
            <a:r>
              <a:rPr/>
              <a:t>Validation Needs &amp; Registration Requirements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What We Built (Weeks 3â€“4)</a:t>
            </a:r>
          </a:p>
          <a:p>
            <a:pPr lvl="0"/>
            <a:r>
              <a:rPr/>
              <a:t>User Authentication &amp; Login</a:t>
            </a:r>
          </a:p>
          <a:p>
            <a:pPr lvl="0"/>
            <a:r>
              <a:rPr/>
              <a:t>Team Registration &amp; Game Selection</a:t>
            </a:r>
          </a:p>
          <a:p>
            <a:pPr lvl="0"/>
            <a:r>
              <a:rPr/>
              <a:t>Form Validation &amp; Admin Control Panel</a:t>
            </a:r>
          </a:p>
          <a:p>
            <a:pPr lvl="0" indent="0" marL="0">
              <a:buNone/>
            </a:pPr>
            <a:r>
              <a:rPr b="1"/>
              <a:t>Core Insight:</a:t>
            </a:r>
            <a:r>
              <a:rPr/>
              <a:t> Research and operational planning became the foundation for the Agate MVP.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6: Week 3 â€” Building the Agate MVP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Turning requirements into a working registration platform</a:t>
            </a:r>
          </a:p>
          <a:p>
            <a:pPr lvl="0"/>
            <a:r>
              <a:rPr b="1"/>
              <a:t>User Workflow Engine:</a:t>
            </a:r>
            <a:r>
              <a:rPr/>
              <a:t> Player Account -&gt; Authentication -&gt; Team Reg -&gt; Select Tournament -&gt; Validation -&gt; Submission -&gt; Admin Portal</a:t>
            </a:r>
          </a:p>
          <a:p>
            <a:pPr lvl="0"/>
            <a:r>
              <a:rPr b="1"/>
              <a:t>Secure Authentication:</a:t>
            </a:r>
            <a:r>
              <a:rPr/>
              <a:t> Player signup, login, and mock session validation.</a:t>
            </a:r>
          </a:p>
          <a:p>
            <a:pPr lvl="0"/>
            <a:r>
              <a:rPr b="1"/>
              <a:t>Dynamic Forms:</a:t>
            </a:r>
            <a:r>
              <a:rPr/>
              <a:t> Team roster creation modules validating custom team sizes.</a:t>
            </a:r>
          </a:p>
          <a:p>
            <a:pPr lvl="0"/>
            <a:r>
              <a:rPr b="1"/>
              <a:t>State Persistence:</a:t>
            </a:r>
            <a:r>
              <a:rPr/>
              <a:t> Integrated LocalStorage for persistence during development testing.</a:t>
            </a:r>
          </a:p>
          <a:p>
            <a:pPr lvl="0" indent="0" marL="1270000">
              <a:buNone/>
            </a:pPr>
            <a:r>
              <a:rPr sz="2000"/>
              <a:t>“Week 3 transformed the project from an operational plan into a working MVP.”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7: Week 4 â€” Enhancing &amp; Testing the MVP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Moving from basic functionality toward a usable platform</a:t>
            </a:r>
          </a:p>
          <a:p>
            <a:pPr lvl="0"/>
            <a:r>
              <a:rPr b="1"/>
              <a:t>UI/UX Polish:</a:t>
            </a:r>
            <a:r>
              <a:rPr/>
              <a:t> Refined interface, dynamic toast alerts, animated feedback states.</a:t>
            </a:r>
          </a:p>
          <a:p>
            <a:pPr lvl="0"/>
            <a:r>
              <a:rPr b="1"/>
              <a:t>Tournament Administration:</a:t>
            </a:r>
            <a:r>
              <a:rPr/>
              <a:t> Active metrics cards, slot tracking, roster lookup overlays, approval/rejection operations.</a:t>
            </a:r>
          </a:p>
          <a:p>
            <a:pPr lvl="0"/>
            <a:r>
              <a:rPr b="1"/>
              <a:t>Quality Assurance:</a:t>
            </a:r>
            <a:r>
              <a:rPr/>
              <a:t> End-to-end user flows, random network packet loss stress-testing, duplicate entry validation.</a:t>
            </a:r>
          </a:p>
          <a:p>
            <a:pPr lvl="0" indent="0" marL="0">
              <a:buNone/>
            </a:pPr>
            <a:r>
              <a:rPr b="1"/>
              <a:t>Lifecycle:</a:t>
            </a:r>
            <a:r>
              <a:rPr/>
              <a:t> Basic MVP -&gt; UI/UX Polish -&gt; Admin Controls -&gt; E2E Testing -&gt; Demo Ready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8: Industrial Project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Project Management &amp; Infrastructure across the 4 weeks</a:t>
            </a:r>
          </a:p>
          <a:p>
            <a:pPr lvl="0"/>
            <a:r>
              <a:rPr b="1"/>
              <a:t>Notion:</a:t>
            </a:r>
            <a:r>
              <a:rPr/>
              <a:t> Centralized project documentation, research notes, and rulebook drafts.</a:t>
            </a:r>
          </a:p>
          <a:p>
            <a:pPr lvl="0"/>
            <a:r>
              <a:rPr b="1"/>
              <a:t>GitHub:</a:t>
            </a:r>
            <a:r>
              <a:rPr/>
              <a:t> Version control, repo management, and issue tracking.</a:t>
            </a:r>
          </a:p>
          <a:p>
            <a:pPr lvl="0"/>
            <a:r>
              <a:rPr b="1"/>
              <a:t>ClickUp / Jira:</a:t>
            </a:r>
            <a:r>
              <a:rPr/>
              <a:t> Task tracking, milestone planning, and sprint management.</a:t>
            </a:r>
          </a:p>
          <a:p>
            <a:pPr lvl="0"/>
            <a:r>
              <a:rPr b="1"/>
              <a:t>Responsibilities:</a:t>
            </a:r>
            <a:r>
              <a:rPr/>
              <a:t> Requirement analysis, task planning, mentor check-ins, feedback iteration, and workflow documentation.</a:t>
            </a:r>
          </a:p>
          <a:p>
            <a:pPr lvl="0" indent="0" marL="1270000">
              <a:buNone/>
            </a:pPr>
            <a:r>
              <a:rPr sz="2000"/>
              <a:t>“My role connected business requirements, esports operations, and product execution.”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9: Learning &amp; Skill Acquisition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the Internship Taught Me</a:t>
            </a:r>
          </a:p>
          <a:p>
            <a:pPr lvl="0"/>
            <a:r>
              <a:rPr b="1"/>
              <a:t>Project Management:</a:t>
            </a:r>
            <a:r>
              <a:rPr/>
              <a:t> Requirement gathering, documentation, Agile workflows, and feedback loops.</a:t>
            </a:r>
          </a:p>
          <a:p>
            <a:pPr lvl="0"/>
            <a:r>
              <a:rPr b="1"/>
              <a:t>Business &amp; Esports:</a:t>
            </a:r>
            <a:r>
              <a:rPr/>
              <a:t> Competitive ecosystem design, player psychology, and tournament governance.</a:t>
            </a:r>
          </a:p>
          <a:p>
            <a:pPr lvl="0"/>
            <a:r>
              <a:rPr b="1"/>
              <a:t>Technical Execution:</a:t>
            </a:r>
            <a:r>
              <a:rPr/>
              <a:t> Web app development, auth systems, input validation, and dashboard management.</a:t>
            </a:r>
          </a:p>
          <a:p>
            <a:pPr lvl="0"/>
            <a:r>
              <a:rPr b="1"/>
              <a:t>Product Thinking:</a:t>
            </a:r>
            <a:r>
              <a:rPr/>
              <a:t> User validation, UI/UX optimization, error handling, and MVP prioritization.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10: Final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From Research to Real-World Execution</a:t>
            </a:r>
          </a:p>
          <a:p>
            <a:pPr lvl="0"/>
            <a:r>
              <a:rPr b="1"/>
              <a:t>Understand</a:t>
            </a:r>
            <a:r>
              <a:rPr/>
              <a:t> -&gt; </a:t>
            </a:r>
            <a:r>
              <a:rPr b="1"/>
              <a:t>Plan</a:t>
            </a:r>
            <a:r>
              <a:rPr/>
              <a:t> -&gt; </a:t>
            </a:r>
            <a:r>
              <a:rPr b="1"/>
              <a:t>Build</a:t>
            </a:r>
            <a:r>
              <a:rPr/>
              <a:t> -&gt; </a:t>
            </a:r>
            <a:r>
              <a:rPr b="1"/>
              <a:t>Test</a:t>
            </a:r>
            <a:r>
              <a:rPr/>
              <a:t> -&gt; </a:t>
            </a:r>
            <a:r>
              <a:rPr b="1"/>
              <a:t>Improve</a:t>
            </a:r>
          </a:p>
          <a:p>
            <a:pPr lvl="0"/>
            <a:r>
              <a:rPr b="1"/>
              <a:t>Week 1:</a:t>
            </a:r>
            <a:r>
              <a:rPr/>
              <a:t> “I learned to understand the ecosystem.”</a:t>
            </a:r>
          </a:p>
          <a:p>
            <a:pPr lvl="0"/>
            <a:r>
              <a:rPr b="1"/>
              <a:t>Week 2:</a:t>
            </a:r>
            <a:r>
              <a:rPr/>
              <a:t> “I learned to structure the operations.”</a:t>
            </a:r>
          </a:p>
          <a:p>
            <a:pPr lvl="0"/>
            <a:r>
              <a:rPr b="1"/>
              <a:t>Week 3:</a:t>
            </a:r>
            <a:r>
              <a:rPr/>
              <a:t> “I learned to turn requirements into an MVP.”</a:t>
            </a:r>
          </a:p>
          <a:p>
            <a:pPr lvl="0"/>
            <a:r>
              <a:rPr b="1"/>
              <a:t>Week 4:</a:t>
            </a:r>
            <a:r>
              <a:rPr/>
              <a:t> “I learned to refine, test, and prepare the product for presentation.”</a:t>
            </a:r>
          </a:p>
          <a:p>
            <a:pPr lvl="0" indent="0" marL="1270000">
              <a:buNone/>
            </a:pPr>
            <a:r>
              <a:rPr sz="2000"/>
              <a:t>“This internship changed my understanding of project managementâ€”from managing individual tasks to connecting research, operations, technology, and product outcomes.”</a:t>
            </a:r>
          </a:p>
          <a:p>
            <a:pPr lvl="0" indent="0" marL="0">
              <a:buNone/>
            </a:pPr>
            <a:r>
              <a:rPr b="1"/>
              <a:t>Thank You!</a:t>
            </a:r>
            <a:br/>
            <a:r>
              <a:rPr/>
              <a:t>Dhruv Anand Sakhare â€” Special Project Management Intern | Agate @ Turfingo Pvt. Ltd.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AGATE â€“ FROM CONCEPT TO MVP</dc:title>
  <dc:creator>Dhruv Anand Sakhare</dc:creator>
  <cp:keywords/>
  <dcterms:created xsi:type="dcterms:W3CDTF">2026-08-11T18:55:17Z</dcterms:created>
  <dcterms:modified xsi:type="dcterms:W3CDTF">2026-08-11T18:55:17Z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Special Project Management Intern | Turfingo Pvt. Ltd.</vt:lpwstr>
  </property>
</Properties>
</file>